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7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6858000" cy="9144000"/>
  <p:embeddedFontLst>
    <p:embeddedFont>
      <p:font typeface="Roboto Medium" panose="020B060402020202020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30F6B5-78B3-47BD-ABF8-B07DAF08F898}">
  <a:tblStyle styleId="{5030F6B5-78B3-47BD-ABF8-B07DAF08F8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0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207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n090312/Flowers/tree/master/Flowe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den090312/Flowers/tree/master/Flowers/newman" TargetMode="External"/><Relationship Id="rId4" Type="http://schemas.openxmlformats.org/officeDocument/2006/relationships/hyperlink" Target="https://github.com/den090312/Flowers/blob/master/Flowers/txt/architecture-diagram_2.tx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Интернет-магазин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29699" y="4127375"/>
            <a:ext cx="3034775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900" dirty="0" err="1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Microservice</a:t>
            </a:r>
            <a:r>
              <a:rPr lang="ru-RU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-US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Architecture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020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 smtClean="0"/>
              <a:t>Тема: Интернет-магазин</a:t>
            </a:r>
            <a:endParaRPr sz="30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Денис Болотин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4" y="2893374"/>
            <a:ext cx="4873265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ru-RU" dirty="0"/>
              <a:t>3+ года в 1С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dirty="0"/>
              <a:t>4+ года в .NET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dirty="0"/>
              <a:t>6+ лет в SQL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" y="2054526"/>
            <a:ext cx="2349900" cy="23499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474" y="3853607"/>
            <a:ext cx="2505075" cy="581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28051" y="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 smtClean="0"/>
              <a:t>План презентации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7" name="Google Shape;186;p39"/>
          <p:cNvGraphicFramePr/>
          <p:nvPr>
            <p:extLst>
              <p:ext uri="{D42A27DB-BD31-4B8C-83A1-F6EECF244321}">
                <p14:modId xmlns:p14="http://schemas.microsoft.com/office/powerpoint/2010/main" val="497866348"/>
              </p:ext>
            </p:extLst>
          </p:nvPr>
        </p:nvGraphicFramePr>
        <p:xfrm>
          <a:off x="82502" y="776895"/>
          <a:ext cx="7710123" cy="8199033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335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80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R"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Показать и рассказать про схему проекта </a:t>
                      </a: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R"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Показать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пустой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 Desktop c 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запущенным кластером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Kubernetes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Запустить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единый скрипт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деплоя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run.cmd</a:t>
                      </a:r>
                      <a:endParaRPr lang="en-US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Проверить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результат работы скрипта и запущенные контейнеры в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Desktop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Показать </a:t>
                      </a:r>
                      <a:r>
                        <a:rPr lang="en-US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pgAdmin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пустыми таблицами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Показать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дашборды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NetData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Запустить несколько тестов: пару неуспешных, одну успешную сагу и один тест на идемпотентность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Вернуться в </a:t>
                      </a:r>
                      <a:r>
                        <a:rPr lang="en-US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pgAdmin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показать заполнение таблиц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Вернуться в </a:t>
                      </a:r>
                      <a:r>
                        <a:rPr lang="en-US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NetData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показать метрики и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дашборды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arenR"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Показать лог </a:t>
                      </a:r>
                      <a:r>
                        <a:rPr lang="en-US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nginx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47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79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7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39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24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454641925"/>
              </p:ext>
            </p:extLst>
          </p:nvPr>
        </p:nvGraphicFramePr>
        <p:xfrm>
          <a:off x="89377" y="1694606"/>
          <a:ext cx="7710123" cy="4179716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335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6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1) Спроектировать сервисы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2) Разместить сервисы в приложении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89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3) Создать и развернуть инфраструктуру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"/>
                          <a:sym typeface="Roboto Medium"/>
                        </a:rPr>
                        <a:t>приложения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52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4)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Подключить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lang="en-US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5) Обернуть запросы в саги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6) Применить идемпотентность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0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60500" y="968981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Создать приложение и развернуть его в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K</a:t>
            </a:r>
            <a:r>
              <a:rPr lang="en-US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ubernetes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949949195"/>
              </p:ext>
            </p:extLst>
          </p:nvPr>
        </p:nvGraphicFramePr>
        <p:xfrm>
          <a:off x="-68752" y="1299410"/>
          <a:ext cx="7086407" cy="5515019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47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9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1) </a:t>
                      </a: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Docker-Kubernetes</a:t>
                      </a:r>
                      <a:endParaRPr lang="ru-RU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R"/>
                      </a:pPr>
                      <a:endParaRPr lang="ru-RU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2) Nginx-Controller</a:t>
                      </a:r>
                      <a:endParaRPr lang="ru-RU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</a:t>
                      </a: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ASP.NET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Core Web API</a:t>
                      </a:r>
                      <a:endParaRPr lang="ru-RU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4) REST API</a:t>
                      </a:r>
                      <a:endParaRPr lang="ru-RU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en-US" sz="1600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pgAdmin</a:t>
                      </a:r>
                      <a:endParaRPr lang="ru-RU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Prometheus-</a:t>
                      </a:r>
                      <a:r>
                        <a:rPr lang="en-US" sz="1600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NetData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51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51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75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8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aphicFrame>
        <p:nvGraphicFramePr>
          <p:cNvPr id="6" name="Google Shape;186;p39"/>
          <p:cNvGraphicFramePr/>
          <p:nvPr>
            <p:extLst>
              <p:ext uri="{D42A27DB-BD31-4B8C-83A1-F6EECF244321}">
                <p14:modId xmlns:p14="http://schemas.microsoft.com/office/powerpoint/2010/main" val="4086408530"/>
              </p:ext>
            </p:extLst>
          </p:nvPr>
        </p:nvGraphicFramePr>
        <p:xfrm>
          <a:off x="82502" y="987405"/>
          <a:ext cx="7710123" cy="5120490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335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1) Репозиторий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проекта: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https://github.com/den090312/Flowers/tree/master/Flowers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2) Схема архитектуры: </a:t>
                      </a:r>
                      <a:b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https://github.com/den090312/Flowers/blob/master/Flowers/txt/architecture-diagram_2.txt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3)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Тесты: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https://github.com/den090312/Flowers/tree/master/Flowers/newman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80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4)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Единый скрипт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деплоя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https://github.com/den090312/Flowers/blob/master/Flowers/deploy.ps1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1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28051" y="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7" name="Google Shape;186;p39"/>
          <p:cNvGraphicFramePr/>
          <p:nvPr>
            <p:extLst>
              <p:ext uri="{D42A27DB-BD31-4B8C-83A1-F6EECF244321}">
                <p14:modId xmlns:p14="http://schemas.microsoft.com/office/powerpoint/2010/main" val="1519822121"/>
              </p:ext>
            </p:extLst>
          </p:nvPr>
        </p:nvGraphicFramePr>
        <p:xfrm>
          <a:off x="82502" y="611893"/>
          <a:ext cx="7710123" cy="5903240"/>
        </p:xfrm>
        <a:graphic>
          <a:graphicData uri="http://schemas.openxmlformats.org/drawingml/2006/table">
            <a:tbl>
              <a:tblPr>
                <a:noFill/>
                <a:tableStyleId>{5030F6B5-78B3-47BD-ABF8-B07DAF08F898}</a:tableStyleId>
              </a:tblPr>
              <a:tblGrid>
                <a:gridCol w="335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1)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Выполнил все домашние задания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9 из 9</a:t>
                      </a: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3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2)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Было трудно поверх </a:t>
                      </a: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Kubernetes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наложить сверху </a:t>
                      </a: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Helm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3)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делал в процессе выполнения домашних заданий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2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4)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Очень полезный проект 10 из 10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5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5)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адо ли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инкапсулировать весь функционал в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микросервисы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отдельными БД и контейнерами? Где граница дробления? Бывают ли в природе чистые, созданные с нуля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микросервисные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архитектуры или же чаще всего встречаются монолиты, «сплющенные» до нескольких </a:t>
                      </a:r>
                      <a:r>
                        <a:rPr lang="ru-RU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микросервисов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?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6) Планирую взять расширенные курсы по отдельным темам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330</Words>
  <Application>Microsoft Office PowerPoint</Application>
  <PresentationFormat>Экран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Roboto Medium</vt:lpstr>
      <vt:lpstr>Roboto</vt:lpstr>
      <vt:lpstr>Arial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Интернет-магазин   </vt:lpstr>
      <vt:lpstr>План защиты</vt:lpstr>
      <vt:lpstr>План презентации </vt:lpstr>
      <vt:lpstr>Презентация PowerPoint</vt:lpstr>
      <vt:lpstr>Какие технологии использовались 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*</cp:lastModifiedBy>
  <cp:revision>20</cp:revision>
  <dcterms:modified xsi:type="dcterms:W3CDTF">2025-10-18T14:48:57Z</dcterms:modified>
</cp:coreProperties>
</file>